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E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327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PortalTradeHub · Trade Data Hub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914400" cy="685800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HUB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Trade Data Hub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Executiva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1097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937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Migrações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 2026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&amp; 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Sistema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&amp; Portais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&amp;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206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07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983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&amp;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09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Qualidade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&amp; Permissões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33856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11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337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Operações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3856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41605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38560" y="4206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13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4983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33856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&amp;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1430000" cy="1280160"/>
          </a:xfrm>
          <a:prstGeom prst="roundRect">
            <a:avLst>
              <a:gd name="adj" fmla="val 8571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"Centralizar a gestão de formações, tutoria e dados operacionais das equipas de trading, oferecendo dashboards em tempo real e rastreabilidade completa de erros operacionais."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918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91840"/>
            <a:ext cx="3566160" cy="4114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Formações dispersas, sem rastreio de progresso. Erros operacionais sem ciclo de tutoria estruturado. Dados mestre inconsistentes entre sistemas.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3291840"/>
            <a:ext cx="3566160" cy="4114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37947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único com 5 módulos integrados, DW star-schema para BI, ETL automático, e gestão centralizada de equipas e bancos.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2918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291840"/>
            <a:ext cx="3566160" cy="4114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37947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erros operacionais via tutoria 5W2H. Formadores certificados com planos de treino. Relatórios executivos em tempo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9418320" cy="1005840"/>
          </a:xfrm>
          <a:prstGeom prst="roundRect">
            <a:avLst>
              <a:gd name="adj" fmla="val 727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TypeScript · Tailwind CSS · Tremor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880360"/>
            <a:ext cx="9418320" cy="1005840"/>
          </a:xfrm>
          <a:prstGeom prst="roundRect">
            <a:avLst>
              <a:gd name="adj" fmla="val 7273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3383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Python 3.13 · SQLAlchemy · Pydantic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9418320" cy="1005840"/>
          </a:xfrm>
          <a:prstGeom prst="roundRect">
            <a:avLst>
              <a:gd name="adj" fmla="val 727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· DW Star Schema · ETL Automático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670048"/>
            <a:ext cx="0" cy="210312"/>
          </a:xfrm>
          <a:prstGeom prst="line">
            <a:avLst/>
          </a:prstGeom>
          <a:noFill/>
          <a:ln w="12700">
            <a:solidFill>
              <a:srgbClr val="4B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3904488"/>
            <a:ext cx="0" cy="210312"/>
          </a:xfrm>
          <a:prstGeom prst="line">
            <a:avLst/>
          </a:prstGeom>
          <a:noFill/>
          <a:ln w="12700">
            <a:solidFill>
              <a:srgbClr val="4B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9502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525780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3492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(Reverse Proxy)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53492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53492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53492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&amp; Portais  ·  1/2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3566160" cy="5943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Formações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Cursos com múltiplas lições (vídeo, texto, quiz)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Progresso granular por lição e pausa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Planos de treino com cronograma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Desafios: Completo e Sumário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Certificados automáticos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645920"/>
            <a:ext cx="3566160" cy="5943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Tutoria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/tutoria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Registo de erros operacionais com 5W2H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Ciclo de vida 6 estados (OPEN → CLOSED)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Planos de acção com itens e prazos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Fichas de aprendizagem e comentários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Notificações automáticas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45920"/>
            <a:ext cx="3566160" cy="5943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Relatórios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/relatorios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233172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 dashboards: Overview, Formações, Tutoria, Equipas, Membros, Incidentes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Gráficos Tremor (area, bar, donut)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Export Excel por dashboard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Dados do DW em 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&amp; Portais  ·  2/2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356616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Dados Mestres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/master-data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Bancos e Produtos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Equipas e Membros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Hierarquia Organizacional (OrgNode)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Dados mestre de erros (Categoria, Subcategoria, Causa)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Gestão de utilizadores e roles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645920"/>
            <a:ext cx="3566160" cy="594360"/>
          </a:xfrm>
          <a:prstGeom prst="rect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Chamados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/chamados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Sistema de tickets interno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Comentários por chamado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Prioridade e estado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Integração com notificações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4297680" cy="4480560"/>
          </a:xfrm>
          <a:prstGeom prst="roundRect">
            <a:avLst>
              <a:gd name="adj" fmla="val 2128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Totais da Plataforma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955280" y="2715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5528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3886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95528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Migrações SQL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955280" y="5047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pytest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5440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955280" y="5824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DW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&amp; BI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fact_training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3108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fact_error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dim_user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64592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dim_course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0" y="164592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72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475488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4754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dim_error_category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457200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4572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57784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automático no arranque do backend e cada hora via async scheduler. Dados disponíveis em tempo real nos dashboards /relatorios.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— Métricas &amp; Dashboards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Utilizadores activos, Cursos, Erros, Planos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conclusão, Progresso, Desafios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632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resolução, Recorrência, Por gravidade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0632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Membros, Serviços, Erros por equipa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4348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conclusão, Dias médios resolução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434840"/>
            <a:ext cx="73152" cy="11887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937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MTTR, Por categoria, Linha temporal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598932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Excel disponível em todos os dashboards.  Componentes: Tremor AreaChart, BarChart, DonutChart, BarList.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&amp;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164592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0" y="2057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Completa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críticos · 22 altos corrigidos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3911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JWT em sessionStorage (não localStorage)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Rotação de tokens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bcrypt para passwords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Reset de password via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03911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CORS sem wildcard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Rate limiting por endpoint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Swagger desactivado em produção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Validação Pydantic em todos os inputs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05079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MySQL bind 127.0.0.1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Secrets via variáveis de ambiente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Log rotation activado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Docker sem portas expostas desnecessárias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405079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Dados pessoais cifrados em trânsito (HTTPS)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Política de retenção definida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Acesso por role mínimo necessário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7 documentos ISO 27001 criados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Qualidade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pytest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691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6324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Aprovação CI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Migrações SQL (Flyway-style)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1691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5820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Documentados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31546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06324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8 tabelas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31546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76072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Idiomas (PT/ES/EN)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31546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CF6F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45820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Stateless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50749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→ GitHub Actions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521208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60320" y="50749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pytest 341 testes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521208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50749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npm run build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521208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49440" y="50749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docker cp dist/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521208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44000" y="50749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nginx reload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&amp; Permissões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3474720" cy="3657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Acesso total ao sistema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Gestão de utilizadores e flags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Configuração de dados mestres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Dashboards e relatórios globais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6916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691640"/>
            <a:ext cx="34747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0756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Leitura global de todos os dados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Dashboards completos (sem edição)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Relatórios de todas as equipas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Sem acesso a dados mestres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20756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Gestão de equipas e membros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Aprovação de planos de treino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Relatórios e exportação Excel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Visibilidade da sua equipa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20440"/>
            <a:ext cx="3474720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CHEFE_EQUIPE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Visibilidade da sua equipa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Análise de erros da equipa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Aprovação de planos de acção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Fichas de aprendizagem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520440"/>
            <a:ext cx="3474720" cy="365760"/>
          </a:xfrm>
          <a:prstGeom prst="rect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9044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Criar/gerir cursos e lições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Gerir planos de formação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Rever submissões de desafios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Certificados dos seus formandos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3520440"/>
            <a:ext cx="347472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0" y="390448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Acesso a cursos atribuídos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Execução de lições e desafios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Consulta de progresso pessoal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Certificados próprios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376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de permissão adicionais (independentes do role):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5687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is_tutor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94560" y="5687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is_liberador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23360" y="5687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is_referente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5687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is_formador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80960" y="5687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is_chefe_equipe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60167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mesmo utilizador pode ter múltiplas flags activas em simultâneo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Operações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Docker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03120"/>
            <a:ext cx="54864" cy="5486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39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tradehub-frontend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React build (porta 80/443)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788920"/>
            <a:ext cx="54864" cy="5486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25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tradehub-backend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815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uvicorn (porta 8100)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74720"/>
            <a:ext cx="54864" cy="5486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11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tradehub-mysql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(bind 127.0.0.1)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21031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1396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139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localhost:5173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3957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HMR, hot reload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7889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0F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8254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825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portaltradedatahub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0815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Nginx optimizado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114300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de Deploy (Produção)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1143000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61688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npm run build  (React → dist/)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764024"/>
            <a:ext cx="1143000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82312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docker cp dist/.  tradehub-frontend:/usr/share/nginx/html/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184648"/>
            <a:ext cx="1143000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20293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nginx -s reload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605272"/>
            <a:ext cx="1143000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62356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Backend: docker restart tradehub-backend  (aplica migrações automaticamente)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0" y="1920240"/>
            <a:ext cx="2743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3566160" cy="7772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Progresso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Finalizar E2E Playwright (79 testes)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Dashboard Membros completo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Export PDF de relatórios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Push notifications (SSE)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920240"/>
            <a:ext cx="2743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645920"/>
            <a:ext cx="3566160" cy="7772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25146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 mobile React Native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chatbot com RAG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Integração LMS externo (SCORM)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Multi-tenancy por banco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CF6F5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645920"/>
            <a:ext cx="3566160" cy="777240"/>
          </a:xfrm>
          <a:prstGeom prst="rect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25146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 preditivo (ML)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Dashboard real-time WebSocket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Certificações digitais (blockchain)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API pública v2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8013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Técnica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167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Equipa Dev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suite E2E Playwright e atingir 95%+ cobertura de testes de integração.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18013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Dados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41280" y="178308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2167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Equipa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ETL com dados reais de produção. Adicionar métricas DW faltantes.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904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Produção v2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4270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DevOps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54456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para ambiente gerido com HTTPS, backups automáticos e monitoring.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CF6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886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3904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Mobile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241280" y="38862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4270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Product Owner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454456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scope e prioridade da app React Native vs PWA.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914400" cy="685800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PortalTradeHub + Trade Data Hub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integrada de formações, tutoria e dados operacionais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equipas de trading.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confidencial — Março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0" y="2029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3931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0" y="45902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29600" y="5870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DW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2026-03-31T19:47:53Z</dcterms:created>
  <dcterms:modified xsi:type="dcterms:W3CDTF">2026-03-31T19:47:53Z</dcterms:modified>
</cp:coreProperties>
</file>